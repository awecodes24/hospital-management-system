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25603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0080"/>
            <a:ext cx="1097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749808"/>
            <a:ext cx="237744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Architecture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1148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97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 General Hospital, Kathmandu, Nepal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Semester Project  ·  MySQL + Node.js + TypeScript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749040"/>
            <a:ext cx="1463040" cy="8686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767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30552" y="3749040"/>
            <a:ext cx="1463040" cy="8686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0552" y="3767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30552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9624" y="3749040"/>
            <a:ext cx="1463040" cy="8686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9624" y="3767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9624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68696" y="3749040"/>
            <a:ext cx="1463040" cy="8686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3767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8696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87768" y="3749040"/>
            <a:ext cx="1463040" cy="8686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87768" y="37673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87768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hospital management system with a relational MySQL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patients, doctors, staff, appointments, admissions, billing and inventory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14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Nepali hospital context — Himalaya General Hospital, Kathmandu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SQL approach — stored procedures, triggers, and views do heavy lifting in the DB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381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built on Node.js + TypeScript consuming the database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10058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on Railway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892808"/>
            <a:ext cx="10058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892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1892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368296"/>
            <a:ext cx="100584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3682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23682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2843784"/>
            <a:ext cx="10058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43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2843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(pure SQL)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319272"/>
            <a:ext cx="10058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319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319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794760"/>
            <a:ext cx="100584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18 Tables in 5 Layers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606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permission control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63624"/>
            <a:ext cx="1170432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636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00200" y="1563624"/>
            <a:ext cx="1170432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5636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1170432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00200" y="1874520"/>
            <a:ext cx="1170432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role_permissions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8686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68680"/>
            <a:ext cx="26060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Entities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252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departments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1563624"/>
            <a:ext cx="1170432" cy="256032"/>
          </a:xfrm>
          <a:prstGeom prst="rect">
            <a:avLst/>
          </a:prstGeom>
          <a:solidFill>
            <a:srgbClr val="0D2137">
              <a:alpha val="12000"/>
            </a:srgbClr>
          </a:solidFill>
          <a:ln w="12700">
            <a:solidFill>
              <a:srgbClr val="0D2137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5636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1563624"/>
            <a:ext cx="1170432" cy="256032"/>
          </a:xfrm>
          <a:prstGeom prst="rect">
            <a:avLst/>
          </a:prstGeom>
          <a:solidFill>
            <a:srgbClr val="0D2137">
              <a:alpha val="12000"/>
            </a:srgbClr>
          </a:solidFill>
          <a:ln w="12700">
            <a:solidFill>
              <a:srgbClr val="0D2137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5636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874520"/>
            <a:ext cx="1170432" cy="256032"/>
          </a:xfrm>
          <a:prstGeom prst="rect">
            <a:avLst/>
          </a:prstGeom>
          <a:solidFill>
            <a:srgbClr val="0D2137">
              <a:alpha val="12000"/>
            </a:srgbClr>
          </a:solidFill>
          <a:ln w="12700">
            <a:solidFill>
              <a:srgbClr val="0D2137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1874520"/>
            <a:ext cx="1170432" cy="256032"/>
          </a:xfrm>
          <a:prstGeom prst="rect">
            <a:avLst/>
          </a:prstGeom>
          <a:solidFill>
            <a:srgbClr val="0D2137">
              <a:alpha val="12000"/>
            </a:srgbClr>
          </a:solidFill>
          <a:ln w="12700">
            <a:solidFill>
              <a:srgbClr val="0D2137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86868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868680"/>
            <a:ext cx="2606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868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&amp; Admissions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12527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management, inpatient stays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563624"/>
            <a:ext cx="117043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5636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52360" y="1563624"/>
            <a:ext cx="117043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156362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1874520"/>
            <a:ext cx="117043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52360" y="1874520"/>
            <a:ext cx="117043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52360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185416"/>
            <a:ext cx="117043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1854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admission_waiting_list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52360" y="2185416"/>
            <a:ext cx="117043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218541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admission_transfers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2834640"/>
            <a:ext cx="2606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32186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care workflow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529584"/>
            <a:ext cx="1170432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5295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00200" y="3529584"/>
            <a:ext cx="1170432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00200" y="35295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medical_records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840480"/>
            <a:ext cx="1170432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8404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00200" y="3840480"/>
            <a:ext cx="1170432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00200" y="38404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prescription_items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151376"/>
            <a:ext cx="1170432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151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lab_tests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600200" y="4151376"/>
            <a:ext cx="1170432" cy="25603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00200" y="4151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lab_results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0" y="28346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0" y="2834640"/>
            <a:ext cx="26060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28346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Billing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291840" y="32186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pharmacy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91840" y="3529584"/>
            <a:ext cx="1170432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91840" y="35295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26280" y="3529584"/>
            <a:ext cx="1170432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26280" y="352958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medicine_stock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91840" y="3840480"/>
            <a:ext cx="1170432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0" y="38404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26280" y="3840480"/>
            <a:ext cx="1170432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26280" y="38404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bill_items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91840" y="4151376"/>
            <a:ext cx="1170432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91840" y="41513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Core &amp; Auth Tables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169164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22960"/>
            <a:ext cx="1691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822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" y="114300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1143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role_id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134416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344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54533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" y="15453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2194560"/>
            <a:ext cx="1691640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4592" y="2194560"/>
            <a:ext cx="1691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251460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2514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permission_id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271576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" y="2715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" y="291693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" y="29169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822960"/>
            <a:ext cx="169164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03120" y="822960"/>
            <a:ext cx="16916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822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role_permissions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03120" y="1143000"/>
            <a:ext cx="1691640" cy="20116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1143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role_id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03120" y="1344168"/>
            <a:ext cx="1691640" cy="20116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76272" y="1344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permission_id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1783080"/>
            <a:ext cx="1691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03120" y="1783080"/>
            <a:ext cx="169164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17830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03120" y="210312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2103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user_id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03120" y="230428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23042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03120" y="250545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25054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03120" y="2706624"/>
            <a:ext cx="1691640" cy="201168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27066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role_id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03120" y="2907792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76272" y="2907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is_active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23360" y="822960"/>
            <a:ext cx="169164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023360" y="822960"/>
            <a:ext cx="16916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822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023360" y="114300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6512" y="1143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department_id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23360" y="134416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6512" y="1344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23360" y="154533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15453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23360" y="1746504"/>
            <a:ext cx="1691640" cy="20116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6512" y="17465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head_doctor_id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023360" y="2331720"/>
            <a:ext cx="169164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023360" y="2331720"/>
            <a:ext cx="16916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023360" y="265176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96512" y="26517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doctor_id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023360" y="2852928"/>
            <a:ext cx="1691640" cy="20116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96512" y="28529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023360" y="305409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96512" y="30540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23360" y="3255264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96512" y="32552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023360" y="3456432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96512" y="34564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23360" y="3657600"/>
            <a:ext cx="1691640" cy="201168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96512" y="3657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department_id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023360" y="385876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96512" y="3858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consultation_fee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822960"/>
            <a:ext cx="1691640" cy="1527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217920" y="822960"/>
            <a:ext cx="169164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822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217920" y="114300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91072" y="11430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staff_id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17920" y="1344168"/>
            <a:ext cx="1691640" cy="201168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1072" y="1344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17920" y="154533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91072" y="154533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217920" y="1746504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91072" y="17465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217920" y="1947672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91072" y="19476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217920" y="2148840"/>
            <a:ext cx="1691640" cy="201168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91072" y="21488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department_id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217920" y="2606040"/>
            <a:ext cx="1691640" cy="1929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217920" y="2606040"/>
            <a:ext cx="16916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17920" y="2606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217920" y="2926080"/>
            <a:ext cx="169164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91072" y="29260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patient_id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217920" y="312724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91072" y="31272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217920" y="332841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91072" y="33284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3529584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91072" y="35295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date_of_birth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217920" y="3730752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91072" y="37307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217920" y="3931920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91072" y="39319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blood_group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217920" y="4133088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91072" y="41330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6217920" y="4334256"/>
            <a:ext cx="1691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91072" y="43342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856232" y="1005840"/>
            <a:ext cx="24688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05" name="Shape 103"/>
          <p:cNvSpPr/>
          <p:nvPr/>
        </p:nvSpPr>
        <p:spPr>
          <a:xfrm>
            <a:off x="1856232" y="2377440"/>
            <a:ext cx="246888" cy="-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06" name="Shape 104"/>
          <p:cNvSpPr/>
          <p:nvPr/>
        </p:nvSpPr>
        <p:spPr>
          <a:xfrm>
            <a:off x="3794760" y="2057400"/>
            <a:ext cx="228600" cy="7315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07" name="Shape 105"/>
          <p:cNvSpPr/>
          <p:nvPr/>
        </p:nvSpPr>
        <p:spPr>
          <a:xfrm>
            <a:off x="3794760" y="2057400"/>
            <a:ext cx="2423160" cy="-9144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08" name="Shape 106"/>
          <p:cNvSpPr/>
          <p:nvPr/>
        </p:nvSpPr>
        <p:spPr>
          <a:xfrm>
            <a:off x="5715000" y="1097280"/>
            <a:ext cx="5029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09" name="Shape 107"/>
          <p:cNvSpPr/>
          <p:nvPr/>
        </p:nvSpPr>
        <p:spPr>
          <a:xfrm>
            <a:off x="5715000" y="1097280"/>
            <a:ext cx="-16916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10" name="Shape 108"/>
          <p:cNvSpPr/>
          <p:nvPr/>
        </p:nvSpPr>
        <p:spPr>
          <a:xfrm>
            <a:off x="164592" y="4572000"/>
            <a:ext cx="256032" cy="16459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75488" y="4553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— Primary Key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651760" y="4572000"/>
            <a:ext cx="256032" cy="164592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962656" y="4553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—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Clinical, Admissions &amp; Billing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822960"/>
            <a:ext cx="1828800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822960"/>
            <a:ext cx="1828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" y="114300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11430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appointment_id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7160" y="1335024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" y="133502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7160" y="1527048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" y="152704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" y="171907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" y="171907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appointment_date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" y="191109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" y="191109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appointment_time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" y="210312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" y="2103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31720" y="822960"/>
            <a:ext cx="1828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31720" y="822960"/>
            <a:ext cx="1828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medical_records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114300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11430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record_id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331720" y="1335024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04872" y="133502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31720" y="1527048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152704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31720" y="1719072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04872" y="171907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appointment_id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31720" y="1911096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04872" y="191109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admission_id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331720" y="210312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04872" y="2103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31720" y="2295144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229514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822960"/>
            <a:ext cx="1828800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822960"/>
            <a:ext cx="1828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114300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11430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admission_id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1335024"/>
            <a:ext cx="1828800" cy="192024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133502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1527048"/>
            <a:ext cx="1828800" cy="192024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5152" y="152704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bed_id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1719072"/>
            <a:ext cx="1828800" cy="192024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171907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admitting_doctor_id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0" y="191109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191109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visit_type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0" y="210312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2103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0" y="822960"/>
            <a:ext cx="182880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822960"/>
            <a:ext cx="18288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822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58000" y="114300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152" y="11430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bed_id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58000" y="1335024"/>
            <a:ext cx="1828800" cy="192024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1152" y="133502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room_id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58000" y="1527048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152704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bed_number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58000" y="171907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171907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37160" y="256032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37160" y="2560320"/>
            <a:ext cx="1828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137160" y="288036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0312" y="288036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prescription_id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37160" y="3072384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0312" y="307238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record_id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37160" y="3264408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0312" y="326440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37160" y="3456432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0312" y="345643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37160" y="364845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0312" y="364845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prescribed_date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331720" y="256032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331720" y="2560320"/>
            <a:ext cx="1828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prescription_items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331720" y="288036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04872" y="288036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item_id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331720" y="3072384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04872" y="307238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prescription_id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331720" y="3264408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404872" y="326440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medicine_id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331720" y="345643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04872" y="345643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331720" y="364845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04872" y="364845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572000" y="2560320"/>
            <a:ext cx="1828800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4572000" y="2560320"/>
            <a:ext cx="1828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lab_results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4572000" y="288036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45152" y="288036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result_id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572000" y="3072384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45152" y="307238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572000" y="3264408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45152" y="326440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test_id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572000" y="3456432"/>
            <a:ext cx="1828800" cy="192024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45152" y="345643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ordered_by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0" y="364845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45152" y="364845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result_value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572000" y="3840480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45152" y="384048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858000" y="256032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6858000" y="2560320"/>
            <a:ext cx="18288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580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lab_tests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6858000" y="288036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931152" y="288036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test_id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858000" y="3072384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31152" y="307238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test_name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858000" y="3264408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31152" y="326440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858000" y="345643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31152" y="345643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normal_range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858000" y="364845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931152" y="364845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37160" y="406908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137160" y="4069080"/>
            <a:ext cx="1828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3716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137160" y="438912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10312" y="4389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bill_id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137160" y="4581144"/>
            <a:ext cx="1828800" cy="192024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0312" y="458114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137160" y="4773168"/>
            <a:ext cx="1828800" cy="192024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10312" y="477316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appointment_id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137160" y="496519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10312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137160" y="515721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10312" y="515721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2331720" y="406908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2331720" y="4069080"/>
            <a:ext cx="1828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3317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bill_items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331720" y="438912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404872" y="4389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bill_item_id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331720" y="4581144"/>
            <a:ext cx="1828800" cy="192024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404872" y="458114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bill_id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2331720" y="4773168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404872" y="477316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item_type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2331720" y="496519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404872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331720" y="515721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404872" y="515721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4572000" y="4069080"/>
            <a:ext cx="182880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4572000" y="4069080"/>
            <a:ext cx="1828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5720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4572000" y="438912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645152" y="4389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medicine_id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4572000" y="4581144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645152" y="458114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4572000" y="4773168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45152" y="477316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4572000" y="496519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645152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6858000" y="406908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6858000" y="4069080"/>
            <a:ext cx="18288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8580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medicine_stock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6858000" y="4389120"/>
            <a:ext cx="1828800" cy="192024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931152" y="438912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stock_id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6858000" y="4581144"/>
            <a:ext cx="1828800" cy="192024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931152" y="4581144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medicine_id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6858000" y="4773168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931152" y="4773168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6858000" y="4965192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931152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reorder_level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6858000" y="5157216"/>
            <a:ext cx="1828800" cy="192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931152" y="5157216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expiry_date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1965960" y="1097280"/>
            <a:ext cx="36576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67" name="Shape 165"/>
          <p:cNvSpPr/>
          <p:nvPr/>
        </p:nvSpPr>
        <p:spPr>
          <a:xfrm>
            <a:off x="4160520" y="1097280"/>
            <a:ext cx="41148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68" name="Shape 166"/>
          <p:cNvSpPr/>
          <p:nvPr/>
        </p:nvSpPr>
        <p:spPr>
          <a:xfrm>
            <a:off x="6400800" y="1097280"/>
            <a:ext cx="45720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69" name="Shape 167"/>
          <p:cNvSpPr/>
          <p:nvPr/>
        </p:nvSpPr>
        <p:spPr>
          <a:xfrm>
            <a:off x="1965960" y="2834640"/>
            <a:ext cx="36576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70" name="Shape 168"/>
          <p:cNvSpPr/>
          <p:nvPr/>
        </p:nvSpPr>
        <p:spPr>
          <a:xfrm>
            <a:off x="6400800" y="2834640"/>
            <a:ext cx="45720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71" name="Shape 169"/>
          <p:cNvSpPr/>
          <p:nvPr/>
        </p:nvSpPr>
        <p:spPr>
          <a:xfrm>
            <a:off x="1965960" y="4343400"/>
            <a:ext cx="36576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  <p:sp>
        <p:nvSpPr>
          <p:cNvPr id="172" name="Shape 170"/>
          <p:cNvSpPr/>
          <p:nvPr/>
        </p:nvSpPr>
        <p:spPr>
          <a:xfrm>
            <a:off x="6400800" y="4343400"/>
            <a:ext cx="457200" cy="9144"/>
          </a:xfrm>
          <a:prstGeom prst="line">
            <a:avLst/>
          </a:prstGeom>
          <a:noFill/>
          <a:ln w="12700">
            <a:solidFill>
              <a:srgbClr val="64748B"/>
            </a:solidFill>
            <a:prstDash val="sys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— 8 Procedures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7315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sp_book_appointment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2252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doctor availability, prevents double-booking, inserts appointment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sp_admit_patient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2252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bed status, admits patient or auto-adds to waiting list if bed occupied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745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87452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sp_transfer_patient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227685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patient between beds, frees old bed, occupies new, logs transfer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7452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sp_discharge_and_bill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227685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Discharges patient, frees bed, generates full inpatient bill (room + labs + consult)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2608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sp_generate_bill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" y="332841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outpatient bill with consultation fee and lab test line items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2608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sp_record_payment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332841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payment, calculates balance, auto-updates bill status to Paid/Partially Paid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977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97764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sp_monthly_revenue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" y="43799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revenue by type (consultation, lab, pharmacy) for a given month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977640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sp_patient_history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73752" y="43799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5 result sets: demographics, appointments, admissions, records, lab results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— 6 Automatic 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trg_no_past_appointments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" y="1225296"/>
            <a:ext cx="3749040" cy="20116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25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on appointments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4813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error if appointment_date &lt; today. Prevents historical bookings.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914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trg_complete_appointment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18888" y="1225296"/>
            <a:ext cx="374904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252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medical_records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4813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marks the linked appointment as Completed when a record is created.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1945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9456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trg_deduct_stock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" y="2596896"/>
            <a:ext cx="374904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prescription_items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" y="28529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Deducts the prescribed quantity from medicine_stock automatically on every prescription item.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1945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9456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286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trg_payment_status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18888" y="2596896"/>
            <a:ext cx="374904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96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on payments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28529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bill status — sets to Paid when amount_paid &gt;= total_amount.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5661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566160"/>
            <a:ext cx="4206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trg_check_bed_on_admit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" y="3968496"/>
            <a:ext cx="3749040" cy="20116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68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on admissions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" y="42245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error if the target bed is not Available. Hard safety net even if SP is bypassed.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5661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6616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trg_release_waiting_list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18888" y="3968496"/>
            <a:ext cx="3749040" cy="20116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968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UPDATE on beds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8888" y="4224528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bed becomes Available, flags the highest-priority waiting list entry for that room type.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— 8 Pre-built Queries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89611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dashboard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3192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vw_todays_appointments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2252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appointments for today with patient and doctor details, ordered by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89611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screen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73752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vw_bed_occupancy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12252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bed in the hospital with current patient, room type, and admitting doctor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87452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94767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patient screen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3192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vw_available_beds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" y="227685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Available beds with room type and daily rate — used before admission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8745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87452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94767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 screen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73752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vw_waiting_list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227685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Priority-sorted queue with live beds_available count per room type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9260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2608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299923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99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dashboard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3192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vw_outstanding_bills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" y="33284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and partially paid bills with balance due and days overdue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9260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92608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299923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29992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73752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vw_patient_summary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73752" y="33284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visit count, last appointment, total admissions in one query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39776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97764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37560" y="405079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4050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screen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3192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vw_doctor_revenue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3192" y="43799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appointments and total consultation revenue per doctor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9776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97764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4050792"/>
            <a:ext cx="1005840" cy="21945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4050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alerts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73752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vw_low_stock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73752" y="43799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at or below reorder level, sorted by quantity ascending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Constraints &amp; Indexes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3NF throughout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47548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 only. ENUM types for status/gender/blood_group. No repeating groups.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011680"/>
            <a:ext cx="47548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116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non-key attributes depend on the full primary key. bill_items has its own PK — not composite.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61488"/>
            <a:ext cx="47548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614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734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dependencies. consultation_fee lives on doctors table, not repeated on appointments.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511296"/>
            <a:ext cx="47548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5112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3483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type for available_days on doctors — denormalized for query simplicity with business justification.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2296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&amp; Indexes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261872"/>
            <a:ext cx="80467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26187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05856" y="123444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users.email, doctors.license_number, uq_doctor_slot (doctor+date+time)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28032" y="1792224"/>
            <a:ext cx="804672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792224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CASCADE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05856" y="176479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deleted → appointments, records, lab_results cascade delete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2322576"/>
            <a:ext cx="804672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32257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RESTRICT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05856" y="2295144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delete doctor with appointments. Cannot delete medicine with prescriptions.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2852928"/>
            <a:ext cx="80467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85292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SET NULL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05856" y="2825496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head removed → head_doctor_id set NULL, not blocked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383280"/>
            <a:ext cx="804672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38328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05856" y="335584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idx_patient_name, idx_patient_phone, idx_appt_date, idx_lr_patient, idx_bill_date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3913632"/>
            <a:ext cx="804672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91363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05856" y="3886200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bill_items.line_total GENERATED ALWAYS AS (quantity × unit_price) STORED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Role-Based Access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160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endpoints across 9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1920240" cy="40233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984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65376" y="1362456"/>
            <a:ext cx="2926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13624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59152" y="1298448"/>
            <a:ext cx="1920240" cy="402336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2984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/api/patients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77056" y="1362456"/>
            <a:ext cx="29260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13624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1828800"/>
            <a:ext cx="1920240" cy="40233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828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/api/appointments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65376" y="1892808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18928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59152" y="1828800"/>
            <a:ext cx="1920240" cy="402336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1828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/api/admissions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77056" y="1892808"/>
            <a:ext cx="29260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18928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359152"/>
            <a:ext cx="1920240" cy="402336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3591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/api/clinical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65376" y="2423160"/>
            <a:ext cx="2926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24231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59152" y="2359152"/>
            <a:ext cx="1920240" cy="40233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32304" y="23591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/api/billing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77056" y="2423160"/>
            <a:ext cx="29260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24231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2889504"/>
            <a:ext cx="1920240" cy="402336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8895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/api/inventory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65376" y="2953512"/>
            <a:ext cx="29260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65376" y="2953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59152" y="2889504"/>
            <a:ext cx="1920240" cy="402336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0D2137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2304" y="28895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/api/doctors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77056" y="2953512"/>
            <a:ext cx="29260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77056" y="2953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419856"/>
            <a:ext cx="1920240" cy="402336"/>
          </a:xfrm>
          <a:prstGeom prst="rect">
            <a:avLst/>
          </a:prstGeom>
          <a:solidFill>
            <a:srgbClr val="0D2137">
              <a:alpha val="10000"/>
            </a:srgbClr>
          </a:solidFill>
          <a:ln w="12700">
            <a:solidFill>
              <a:srgbClr val="0D2137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4198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/api/departments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865376" y="3483864"/>
            <a:ext cx="292608" cy="2560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65376" y="34838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8229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82296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577840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08192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38544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68896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99248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0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8032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records.view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96128" y="15910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96128" y="1591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15910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1591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56832" y="15910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56832" y="1591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87184" y="15910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87184" y="1591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17536" y="15910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17536" y="1591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247888" y="15910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47888" y="15910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28032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records.edit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596128" y="186537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96128" y="18653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126480" y="186537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26480" y="18653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56832" y="18653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87184" y="186537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87184" y="18653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717536" y="18653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47888" y="18653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28032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596128" y="213969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96128" y="213969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126480" y="213969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0" y="213969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656832" y="213969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56832" y="213969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187184" y="21396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17536" y="21396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247888" y="21396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28032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596128" y="241401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96128" y="24140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26480" y="24140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56832" y="241401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656832" y="24140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187184" y="24140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17536" y="24140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47888" y="24140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28032" y="2670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billing.create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596128" y="268833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596128" y="26883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126480" y="268833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56832" y="268833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56832" y="268833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187184" y="268833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17536" y="268833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47888" y="268833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28032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billing.payment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596128" y="29626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596128" y="29626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126480" y="296265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656832" y="296265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56832" y="296265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187184" y="296265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717536" y="296265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47888" y="296265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828032" y="3218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596128" y="323697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596128" y="3236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6126480" y="32369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656832" y="32369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187184" y="32369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717536" y="323697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717536" y="323697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247888" y="323697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828032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lab.manage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596128" y="351129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596128" y="351129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6126480" y="35112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56832" y="35112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187184" y="35112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717536" y="351129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47888" y="351129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247888" y="351129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4828032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reports.view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596128" y="3785616"/>
            <a:ext cx="42062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596128" y="3785616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6126480" y="37856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656832" y="37856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187184" y="37856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17536" y="37856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247888" y="3785616"/>
            <a:ext cx="420624" cy="21945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&amp; Test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3716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2860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91640" y="82296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91640" y="8229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9164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22960"/>
            <a:ext cx="137160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15468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82296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229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1772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82296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82296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8076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82296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82296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91440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54380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01168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01168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22860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91640" y="201168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91640" y="201168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169164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201168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2011680"/>
            <a:ext cx="1371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315468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01168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01168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461772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0760" y="201168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201168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608076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43800" y="201168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43800" y="201168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7543800" y="26700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28600" y="3154680"/>
            <a:ext cx="8686800" cy="1417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218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edge cases in seed data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1480" y="3547872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medicines with low/zero stock (Insulin OUT OF STOCK)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active waiting list entries (one Emergency priority 1)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Bills in all 5 statuses (Draft, Issued, Partially Paid, Paid, Cancelled)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Patients with allergies cross-referenced against prescriptions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discharged admissions with summaries + 8 active admissions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bed Under Maintenance — occupancy testing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12984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18-table normalized MySQL schema covering all hospital workflows end to 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195681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stored procedures encapsulate complex business logic inside the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968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6151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triggers enforce data integrity automatically — no application-level workarounds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55264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552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32735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REST endpoints with JWT auth and RBAC protecting every route by permission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913632"/>
            <a:ext cx="411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13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" y="39319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Zod ensures type safety from HTTP request all the way to SQL query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 Hospital API  ·  DBMS Semester Project  ·  Kathmandu, Nepal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— Database Design</dc:title>
  <dc:subject>PptxGenJS Presentation</dc:subject>
  <dc:creator>PptxGenJS</dc:creator>
  <cp:lastModifiedBy>PptxGenJS</cp:lastModifiedBy>
  <cp:revision>1</cp:revision>
  <dcterms:created xsi:type="dcterms:W3CDTF">2026-03-22T17:06:49Z</dcterms:created>
  <dcterms:modified xsi:type="dcterms:W3CDTF">2026-03-22T17:06:49Z</dcterms:modified>
</cp:coreProperties>
</file>